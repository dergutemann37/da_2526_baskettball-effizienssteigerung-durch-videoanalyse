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handoutMasterIdLst>
    <p:handoutMasterId r:id="rId7"/>
  </p:handoutMasterIdLst>
  <p:sldIdLst>
    <p:sldId id="259" r:id="rId5"/>
  </p:sldIdLst>
  <p:sldSz cx="30275213" cy="42803763"/>
  <p:notesSz cx="6858000" cy="9144000"/>
  <p:defaultTextStyle>
    <a:defPPr>
      <a:defRPr lang="en-US"/>
    </a:defPPr>
    <a:lvl1pPr marL="0" algn="l" defTabSz="457016" rtl="0" eaLnBrk="1" latinLnBrk="0" hangingPunct="1">
      <a:defRPr sz="1798" kern="1200">
        <a:solidFill>
          <a:schemeClr val="tx1"/>
        </a:solidFill>
        <a:latin typeface="+mn-lt"/>
        <a:ea typeface="+mn-ea"/>
        <a:cs typeface="+mn-cs"/>
      </a:defRPr>
    </a:lvl1pPr>
    <a:lvl2pPr marL="457016" algn="l" defTabSz="457016" rtl="0" eaLnBrk="1" latinLnBrk="0" hangingPunct="1">
      <a:defRPr sz="1798" kern="1200">
        <a:solidFill>
          <a:schemeClr val="tx1"/>
        </a:solidFill>
        <a:latin typeface="+mn-lt"/>
        <a:ea typeface="+mn-ea"/>
        <a:cs typeface="+mn-cs"/>
      </a:defRPr>
    </a:lvl2pPr>
    <a:lvl3pPr marL="914032" algn="l" defTabSz="457016" rtl="0" eaLnBrk="1" latinLnBrk="0" hangingPunct="1">
      <a:defRPr sz="1798" kern="1200">
        <a:solidFill>
          <a:schemeClr val="tx1"/>
        </a:solidFill>
        <a:latin typeface="+mn-lt"/>
        <a:ea typeface="+mn-ea"/>
        <a:cs typeface="+mn-cs"/>
      </a:defRPr>
    </a:lvl3pPr>
    <a:lvl4pPr marL="1371054" algn="l" defTabSz="457016" rtl="0" eaLnBrk="1" latinLnBrk="0" hangingPunct="1">
      <a:defRPr sz="1798" kern="1200">
        <a:solidFill>
          <a:schemeClr val="tx1"/>
        </a:solidFill>
        <a:latin typeface="+mn-lt"/>
        <a:ea typeface="+mn-ea"/>
        <a:cs typeface="+mn-cs"/>
      </a:defRPr>
    </a:lvl4pPr>
    <a:lvl5pPr marL="1828070" algn="l" defTabSz="457016" rtl="0" eaLnBrk="1" latinLnBrk="0" hangingPunct="1">
      <a:defRPr sz="1798" kern="1200">
        <a:solidFill>
          <a:schemeClr val="tx1"/>
        </a:solidFill>
        <a:latin typeface="+mn-lt"/>
        <a:ea typeface="+mn-ea"/>
        <a:cs typeface="+mn-cs"/>
      </a:defRPr>
    </a:lvl5pPr>
    <a:lvl6pPr marL="2285086" algn="l" defTabSz="457016" rtl="0" eaLnBrk="1" latinLnBrk="0" hangingPunct="1">
      <a:defRPr sz="1798" kern="1200">
        <a:solidFill>
          <a:schemeClr val="tx1"/>
        </a:solidFill>
        <a:latin typeface="+mn-lt"/>
        <a:ea typeface="+mn-ea"/>
        <a:cs typeface="+mn-cs"/>
      </a:defRPr>
    </a:lvl6pPr>
    <a:lvl7pPr marL="2742102" algn="l" defTabSz="457016" rtl="0" eaLnBrk="1" latinLnBrk="0" hangingPunct="1">
      <a:defRPr sz="1798" kern="1200">
        <a:solidFill>
          <a:schemeClr val="tx1"/>
        </a:solidFill>
        <a:latin typeface="+mn-lt"/>
        <a:ea typeface="+mn-ea"/>
        <a:cs typeface="+mn-cs"/>
      </a:defRPr>
    </a:lvl7pPr>
    <a:lvl8pPr marL="3199118" algn="l" defTabSz="457016" rtl="0" eaLnBrk="1" latinLnBrk="0" hangingPunct="1">
      <a:defRPr sz="1798" kern="1200">
        <a:solidFill>
          <a:schemeClr val="tx1"/>
        </a:solidFill>
        <a:latin typeface="+mn-lt"/>
        <a:ea typeface="+mn-ea"/>
        <a:cs typeface="+mn-cs"/>
      </a:defRPr>
    </a:lvl8pPr>
    <a:lvl9pPr marL="3656139" algn="l" defTabSz="457016" rtl="0" eaLnBrk="1" latinLnBrk="0" hangingPunct="1">
      <a:defRPr sz="179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53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9898"/>
    <a:srgbClr val="096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94660"/>
  </p:normalViewPr>
  <p:slideViewPr>
    <p:cSldViewPr snapToGrid="0">
      <p:cViewPr>
        <p:scale>
          <a:sx n="25" d="100"/>
          <a:sy n="25" d="100"/>
        </p:scale>
        <p:origin x="510" y="-2922"/>
      </p:cViewPr>
      <p:guideLst>
        <p:guide orient="horz" pos="13482"/>
        <p:guide pos="9536"/>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36860D6F-7C7F-4A87-95B5-310BB48E55F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30E34C3C-BB88-4490-8CE5-BEA38FC8F4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747906-58F8-41D5-91B4-3B180173CB0D}" type="datetimeFigureOut">
              <a:rPr lang="de-DE" smtClean="0"/>
              <a:t>06.03.2026</a:t>
            </a:fld>
            <a:endParaRPr lang="de-DE"/>
          </a:p>
        </p:txBody>
      </p:sp>
      <p:sp>
        <p:nvSpPr>
          <p:cNvPr id="4" name="Fußzeilenplatzhalter 3">
            <a:extLst>
              <a:ext uri="{FF2B5EF4-FFF2-40B4-BE49-F238E27FC236}">
                <a16:creationId xmlns:a16="http://schemas.microsoft.com/office/drawing/2014/main" id="{57C80E89-9A27-4820-B8EA-011B64690D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6C970821-FD7C-4F4B-9E75-E8AD3ADF177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754FB7-C9EE-4F62-858D-52A86BC716B3}" type="slidenum">
              <a:rPr lang="de-DE" smtClean="0"/>
              <a:t>‹Nr.›</a:t>
            </a:fld>
            <a:endParaRPr lang="de-DE"/>
          </a:p>
        </p:txBody>
      </p:sp>
    </p:spTree>
    <p:extLst>
      <p:ext uri="{BB962C8B-B14F-4D97-AF65-F5344CB8AC3E}">
        <p14:creationId xmlns:p14="http://schemas.microsoft.com/office/powerpoint/2010/main" val="37002609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145E3C-60A8-4CC3-BBE9-1D0B1ECC86AD}" type="datetimeFigureOut">
              <a:rPr lang="de-DE" smtClean="0"/>
              <a:t>06.03.2026</a:t>
            </a:fld>
            <a:endParaRPr lang="de-DE"/>
          </a:p>
        </p:txBody>
      </p:sp>
      <p:sp>
        <p:nvSpPr>
          <p:cNvPr id="4" name="Folienbildplatzhalt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F7D231-F223-4FAC-A174-623756215BDC}" type="slidenum">
              <a:rPr lang="de-DE" smtClean="0"/>
              <a:t>‹Nr.›</a:t>
            </a:fld>
            <a:endParaRPr lang="de-DE"/>
          </a:p>
        </p:txBody>
      </p:sp>
    </p:spTree>
    <p:extLst>
      <p:ext uri="{BB962C8B-B14F-4D97-AF65-F5344CB8AC3E}">
        <p14:creationId xmlns:p14="http://schemas.microsoft.com/office/powerpoint/2010/main" val="1532954363"/>
      </p:ext>
    </p:extLst>
  </p:cSld>
  <p:clrMap bg1="lt1" tx1="dk1" bg2="lt2" tx2="dk2" accent1="accent1" accent2="accent2" accent3="accent3" accent4="accent4" accent5="accent5" accent6="accent6" hlink="hlink" folHlink="folHlink"/>
  <p:notesStyle>
    <a:lvl1pPr marL="0" algn="l" defTabSz="3506328" rtl="0" eaLnBrk="1" latinLnBrk="0" hangingPunct="1">
      <a:defRPr sz="4603" kern="1200">
        <a:solidFill>
          <a:schemeClr val="tx1"/>
        </a:solidFill>
        <a:latin typeface="+mn-lt"/>
        <a:ea typeface="+mn-ea"/>
        <a:cs typeface="+mn-cs"/>
      </a:defRPr>
    </a:lvl1pPr>
    <a:lvl2pPr marL="1753164" algn="l" defTabSz="3506328" rtl="0" eaLnBrk="1" latinLnBrk="0" hangingPunct="1">
      <a:defRPr sz="4603" kern="1200">
        <a:solidFill>
          <a:schemeClr val="tx1"/>
        </a:solidFill>
        <a:latin typeface="+mn-lt"/>
        <a:ea typeface="+mn-ea"/>
        <a:cs typeface="+mn-cs"/>
      </a:defRPr>
    </a:lvl2pPr>
    <a:lvl3pPr marL="3506328" algn="l" defTabSz="3506328" rtl="0" eaLnBrk="1" latinLnBrk="0" hangingPunct="1">
      <a:defRPr sz="4603" kern="1200">
        <a:solidFill>
          <a:schemeClr val="tx1"/>
        </a:solidFill>
        <a:latin typeface="+mn-lt"/>
        <a:ea typeface="+mn-ea"/>
        <a:cs typeface="+mn-cs"/>
      </a:defRPr>
    </a:lvl3pPr>
    <a:lvl4pPr marL="5259492" algn="l" defTabSz="3506328" rtl="0" eaLnBrk="1" latinLnBrk="0" hangingPunct="1">
      <a:defRPr sz="4603" kern="1200">
        <a:solidFill>
          <a:schemeClr val="tx1"/>
        </a:solidFill>
        <a:latin typeface="+mn-lt"/>
        <a:ea typeface="+mn-ea"/>
        <a:cs typeface="+mn-cs"/>
      </a:defRPr>
    </a:lvl4pPr>
    <a:lvl5pPr marL="7012656" algn="l" defTabSz="3506328" rtl="0" eaLnBrk="1" latinLnBrk="0" hangingPunct="1">
      <a:defRPr sz="4603" kern="1200">
        <a:solidFill>
          <a:schemeClr val="tx1"/>
        </a:solidFill>
        <a:latin typeface="+mn-lt"/>
        <a:ea typeface="+mn-ea"/>
        <a:cs typeface="+mn-cs"/>
      </a:defRPr>
    </a:lvl5pPr>
    <a:lvl6pPr marL="8765820" algn="l" defTabSz="3506328" rtl="0" eaLnBrk="1" latinLnBrk="0" hangingPunct="1">
      <a:defRPr sz="4603" kern="1200">
        <a:solidFill>
          <a:schemeClr val="tx1"/>
        </a:solidFill>
        <a:latin typeface="+mn-lt"/>
        <a:ea typeface="+mn-ea"/>
        <a:cs typeface="+mn-cs"/>
      </a:defRPr>
    </a:lvl6pPr>
    <a:lvl7pPr marL="10518978" algn="l" defTabSz="3506328" rtl="0" eaLnBrk="1" latinLnBrk="0" hangingPunct="1">
      <a:defRPr sz="4603" kern="1200">
        <a:solidFill>
          <a:schemeClr val="tx1"/>
        </a:solidFill>
        <a:latin typeface="+mn-lt"/>
        <a:ea typeface="+mn-ea"/>
        <a:cs typeface="+mn-cs"/>
      </a:defRPr>
    </a:lvl7pPr>
    <a:lvl8pPr marL="12272142" algn="l" defTabSz="3506328" rtl="0" eaLnBrk="1" latinLnBrk="0" hangingPunct="1">
      <a:defRPr sz="4603" kern="1200">
        <a:solidFill>
          <a:schemeClr val="tx1"/>
        </a:solidFill>
        <a:latin typeface="+mn-lt"/>
        <a:ea typeface="+mn-ea"/>
        <a:cs typeface="+mn-cs"/>
      </a:defRPr>
    </a:lvl8pPr>
    <a:lvl9pPr marL="14025306" algn="l" defTabSz="3506328" rtl="0" eaLnBrk="1" latinLnBrk="0" hangingPunct="1">
      <a:defRPr sz="4603"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grpSp>
        <p:nvGrpSpPr>
          <p:cNvPr id="38" name="Gruppieren 37">
            <a:extLst>
              <a:ext uri="{FF2B5EF4-FFF2-40B4-BE49-F238E27FC236}">
                <a16:creationId xmlns:a16="http://schemas.microsoft.com/office/drawing/2014/main" id="{FE4430B5-36E2-44F2-B0BC-CC169F0651ED}"/>
              </a:ext>
            </a:extLst>
          </p:cNvPr>
          <p:cNvGrpSpPr/>
          <p:nvPr userDrawn="1"/>
        </p:nvGrpSpPr>
        <p:grpSpPr>
          <a:xfrm>
            <a:off x="15137606" y="17947481"/>
            <a:ext cx="14439782" cy="9120189"/>
            <a:chOff x="14897038" y="17947480"/>
            <a:chExt cx="14920913" cy="9120189"/>
          </a:xfrm>
        </p:grpSpPr>
        <p:sp>
          <p:nvSpPr>
            <p:cNvPr id="39" name="Rechteck: diagonal liegende Ecken abgerundet 38">
              <a:extLst>
                <a:ext uri="{FF2B5EF4-FFF2-40B4-BE49-F238E27FC236}">
                  <a16:creationId xmlns:a16="http://schemas.microsoft.com/office/drawing/2014/main" id="{47C0ED72-00B0-4405-984B-073FE9D7DDC8}"/>
                </a:ext>
              </a:extLst>
            </p:cNvPr>
            <p:cNvSpPr/>
            <p:nvPr/>
          </p:nvSpPr>
          <p:spPr>
            <a:xfrm>
              <a:off x="15137606" y="18190516"/>
              <a:ext cx="14439778" cy="8633157"/>
            </a:xfrm>
            <a:prstGeom prst="round2DiagRect">
              <a:avLst/>
            </a:prstGeom>
            <a:noFill/>
            <a:ln w="762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ltLang="de-DE" sz="4400" b="1" dirty="0">
                <a:solidFill>
                  <a:srgbClr val="000000"/>
                </a:solidFill>
                <a:latin typeface="Arial" panose="020B0604020202020204" pitchFamily="34" charset="0"/>
                <a:cs typeface="Arial" panose="020B0604020202020204" pitchFamily="34" charset="0"/>
              </a:endParaRPr>
            </a:p>
          </p:txBody>
        </p:sp>
        <p:sp>
          <p:nvSpPr>
            <p:cNvPr id="40" name="Rechteck: diagonal liegende Ecken abgerundet 39">
              <a:extLst>
                <a:ext uri="{FF2B5EF4-FFF2-40B4-BE49-F238E27FC236}">
                  <a16:creationId xmlns:a16="http://schemas.microsoft.com/office/drawing/2014/main" id="{EEF2D359-5A7A-425E-B80C-7AA30C3DC1AB}"/>
                </a:ext>
              </a:extLst>
            </p:cNvPr>
            <p:cNvSpPr/>
            <p:nvPr/>
          </p:nvSpPr>
          <p:spPr>
            <a:xfrm>
              <a:off x="14897038" y="17947480"/>
              <a:ext cx="14920913" cy="9120189"/>
            </a:xfrm>
            <a:prstGeom prst="round2DiagRect">
              <a:avLst/>
            </a:prstGeom>
            <a:noFill/>
            <a:ln w="762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ltLang="de-DE" sz="4400" b="1" dirty="0">
                <a:solidFill>
                  <a:srgbClr val="000000"/>
                </a:solidFill>
                <a:latin typeface="Arial" panose="020B0604020202020204" pitchFamily="34" charset="0"/>
                <a:cs typeface="Arial" panose="020B0604020202020204" pitchFamily="34" charset="0"/>
              </a:endParaRPr>
            </a:p>
          </p:txBody>
        </p:sp>
      </p:grpSp>
      <p:grpSp>
        <p:nvGrpSpPr>
          <p:cNvPr id="41" name="Gruppieren 40">
            <a:extLst>
              <a:ext uri="{FF2B5EF4-FFF2-40B4-BE49-F238E27FC236}">
                <a16:creationId xmlns:a16="http://schemas.microsoft.com/office/drawing/2014/main" id="{305D8462-48ED-46CE-9672-F380F45730DF}"/>
              </a:ext>
            </a:extLst>
          </p:cNvPr>
          <p:cNvGrpSpPr/>
          <p:nvPr userDrawn="1"/>
        </p:nvGrpSpPr>
        <p:grpSpPr>
          <a:xfrm>
            <a:off x="697822" y="28703682"/>
            <a:ext cx="14686989" cy="9120189"/>
            <a:chOff x="697824" y="28704643"/>
            <a:chExt cx="14920913" cy="9120189"/>
          </a:xfrm>
        </p:grpSpPr>
        <p:sp>
          <p:nvSpPr>
            <p:cNvPr id="42" name="Rechteck: diagonal liegende Ecken abgerundet 41">
              <a:extLst>
                <a:ext uri="{FF2B5EF4-FFF2-40B4-BE49-F238E27FC236}">
                  <a16:creationId xmlns:a16="http://schemas.microsoft.com/office/drawing/2014/main" id="{C86B5DC6-7899-4AF7-8E36-6C8E5BABBE31}"/>
                </a:ext>
              </a:extLst>
            </p:cNvPr>
            <p:cNvSpPr/>
            <p:nvPr/>
          </p:nvSpPr>
          <p:spPr>
            <a:xfrm>
              <a:off x="938392" y="28947679"/>
              <a:ext cx="14439778" cy="8633157"/>
            </a:xfrm>
            <a:prstGeom prst="round2DiagRect">
              <a:avLst/>
            </a:prstGeom>
            <a:noFill/>
            <a:ln w="762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ltLang="de-DE" sz="4400" b="1" dirty="0">
                <a:solidFill>
                  <a:srgbClr val="000000"/>
                </a:solidFill>
                <a:latin typeface="Arial" panose="020B0604020202020204" pitchFamily="34" charset="0"/>
                <a:cs typeface="Arial" panose="020B0604020202020204" pitchFamily="34" charset="0"/>
              </a:endParaRPr>
            </a:p>
          </p:txBody>
        </p:sp>
        <p:sp>
          <p:nvSpPr>
            <p:cNvPr id="43" name="Rechteck: diagonal liegende Ecken abgerundet 42">
              <a:extLst>
                <a:ext uri="{FF2B5EF4-FFF2-40B4-BE49-F238E27FC236}">
                  <a16:creationId xmlns:a16="http://schemas.microsoft.com/office/drawing/2014/main" id="{D12327B6-5AFA-439B-AD81-10331EA1B08A}"/>
                </a:ext>
              </a:extLst>
            </p:cNvPr>
            <p:cNvSpPr/>
            <p:nvPr/>
          </p:nvSpPr>
          <p:spPr>
            <a:xfrm>
              <a:off x="697824" y="28704643"/>
              <a:ext cx="14920913" cy="9120189"/>
            </a:xfrm>
            <a:prstGeom prst="round2DiagRect">
              <a:avLst/>
            </a:prstGeom>
            <a:noFill/>
            <a:ln w="762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ltLang="de-DE" sz="4400" b="1" dirty="0">
                <a:solidFill>
                  <a:srgbClr val="000000"/>
                </a:solidFill>
                <a:latin typeface="Arial" panose="020B0604020202020204" pitchFamily="34" charset="0"/>
                <a:cs typeface="Arial" panose="020B0604020202020204" pitchFamily="34" charset="0"/>
              </a:endParaRPr>
            </a:p>
          </p:txBody>
        </p:sp>
      </p:grpSp>
      <p:sp>
        <p:nvSpPr>
          <p:cNvPr id="47" name="Bildplatzhalter 46">
            <a:extLst>
              <a:ext uri="{FF2B5EF4-FFF2-40B4-BE49-F238E27FC236}">
                <a16:creationId xmlns:a16="http://schemas.microsoft.com/office/drawing/2014/main" id="{41F88678-A717-4F7C-9246-40C3FE5B8D83}"/>
              </a:ext>
            </a:extLst>
          </p:cNvPr>
          <p:cNvSpPr>
            <a:spLocks noGrp="1"/>
          </p:cNvSpPr>
          <p:nvPr>
            <p:ph type="pic" sz="quarter" idx="10"/>
          </p:nvPr>
        </p:nvSpPr>
        <p:spPr>
          <a:xfrm>
            <a:off x="934515" y="17945896"/>
            <a:ext cx="13114338" cy="9121774"/>
          </a:xfrm>
          <a:prstGeom prst="rect">
            <a:avLst/>
          </a:prstGeom>
        </p:spPr>
        <p:txBody>
          <a:bodyPr/>
          <a:lstStyle>
            <a:lvl1pPr>
              <a:defRPr>
                <a:latin typeface="Arial" panose="020B0604020202020204" pitchFamily="34" charset="0"/>
                <a:cs typeface="Arial" panose="020B0604020202020204" pitchFamily="34" charset="0"/>
              </a:defRPr>
            </a:lvl1pPr>
          </a:lstStyle>
          <a:p>
            <a:endParaRPr lang="de-DE"/>
          </a:p>
        </p:txBody>
      </p:sp>
      <p:sp>
        <p:nvSpPr>
          <p:cNvPr id="50" name="Bildplatzhalter 46">
            <a:extLst>
              <a:ext uri="{FF2B5EF4-FFF2-40B4-BE49-F238E27FC236}">
                <a16:creationId xmlns:a16="http://schemas.microsoft.com/office/drawing/2014/main" id="{C6A43DC5-3A6C-40F7-A068-4F1BDB0BFEA1}"/>
              </a:ext>
            </a:extLst>
          </p:cNvPr>
          <p:cNvSpPr>
            <a:spLocks noGrp="1"/>
          </p:cNvSpPr>
          <p:nvPr>
            <p:ph type="pic" sz="quarter" idx="11"/>
          </p:nvPr>
        </p:nvSpPr>
        <p:spPr>
          <a:xfrm>
            <a:off x="16226255" y="28703685"/>
            <a:ext cx="13114338" cy="9121774"/>
          </a:xfrm>
          <a:prstGeom prst="rect">
            <a:avLst/>
          </a:prstGeom>
        </p:spPr>
        <p:txBody>
          <a:bodyPr/>
          <a:lstStyle>
            <a:lvl1pPr>
              <a:defRPr>
                <a:latin typeface="Arial" panose="020B0604020202020204" pitchFamily="34" charset="0"/>
                <a:cs typeface="Arial" panose="020B0604020202020204" pitchFamily="34" charset="0"/>
              </a:defRPr>
            </a:lvl1pPr>
          </a:lstStyle>
          <a:p>
            <a:endParaRPr lang="de-DE"/>
          </a:p>
        </p:txBody>
      </p:sp>
      <p:sp>
        <p:nvSpPr>
          <p:cNvPr id="52" name="Inhaltsplatzhalter 51">
            <a:extLst>
              <a:ext uri="{FF2B5EF4-FFF2-40B4-BE49-F238E27FC236}">
                <a16:creationId xmlns:a16="http://schemas.microsoft.com/office/drawing/2014/main" id="{21F25EF4-3D47-4035-89A4-1059F42D6684}"/>
              </a:ext>
            </a:extLst>
          </p:cNvPr>
          <p:cNvSpPr>
            <a:spLocks noGrp="1"/>
          </p:cNvSpPr>
          <p:nvPr>
            <p:ph sz="quarter" idx="12" hasCustomPrompt="1"/>
          </p:nvPr>
        </p:nvSpPr>
        <p:spPr>
          <a:xfrm>
            <a:off x="935038" y="10296941"/>
            <a:ext cx="28641676" cy="6588362"/>
          </a:xfrm>
          <a:prstGeom prst="rect">
            <a:avLst/>
          </a:prstGeom>
        </p:spPr>
        <p:txBody>
          <a:bodyPr/>
          <a:lstStyle>
            <a:lvl1pPr marL="0" marR="0" indent="0" algn="just" defTabSz="3027353" rtl="0" eaLnBrk="1" fontAlgn="auto" latinLnBrk="0" hangingPunct="1">
              <a:lnSpc>
                <a:spcPct val="90000"/>
              </a:lnSpc>
              <a:spcBef>
                <a:spcPts val="3311"/>
              </a:spcBef>
              <a:spcAft>
                <a:spcPts val="0"/>
              </a:spcAft>
              <a:buClrTx/>
              <a:buSzTx/>
              <a:buFont typeface="Arial" panose="020B0604020202020204" pitchFamily="34" charset="0"/>
              <a:buNone/>
              <a:tabLst/>
              <a:defRPr lang="de-DE" sz="5999" b="1" kern="1200" dirty="0" smtClean="0">
                <a:solidFill>
                  <a:schemeClr val="tx1"/>
                </a:solidFill>
                <a:latin typeface="Arial" panose="020B0604020202020204" pitchFamily="34" charset="0"/>
                <a:ea typeface="Lato" panose="020F0502020204030203" pitchFamily="34" charset="0"/>
                <a:cs typeface="Arial" panose="020B0604020202020204" pitchFamily="34" charset="0"/>
              </a:defRPr>
            </a:lvl1pPr>
            <a:lvl2pPr marL="1513676" indent="0">
              <a:buNone/>
              <a:defRPr/>
            </a:lvl2pPr>
            <a:lvl3pPr marL="3027353" indent="0">
              <a:buNone/>
              <a:defRPr/>
            </a:lvl3pPr>
            <a:lvl4pPr marL="4541028" indent="0">
              <a:buNone/>
              <a:defRPr/>
            </a:lvl4pPr>
            <a:lvl5pPr marL="6054706" indent="0">
              <a:buNone/>
              <a:defRPr/>
            </a:lvl5pPr>
          </a:lstStyle>
          <a:p>
            <a:pPr algn="ctr" eaLnBrk="1" hangingPunct="1"/>
            <a:r>
              <a:rPr lang="de-AT" altLang="de-DE" sz="5999" b="1" dirty="0">
                <a:latin typeface="Lato" panose="020F0502020204030203" pitchFamily="34" charset="0"/>
                <a:ea typeface="Lato" panose="020F0502020204030203" pitchFamily="34" charset="0"/>
                <a:cs typeface="Lato" panose="020F0502020204030203" pitchFamily="34" charset="0"/>
              </a:rPr>
              <a:t>Aufgabenstellung/Ziele dieser Untersuchungen………. [4-5 Zeilen]</a:t>
            </a:r>
          </a:p>
          <a:p>
            <a:pPr marL="0" marR="0" lvl="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a:pPr>
            <a:r>
              <a:rPr lang="de-AT" altLang="de-DE" sz="5999" b="1" dirty="0">
                <a:latin typeface="Lato" panose="020F0502020204030203" pitchFamily="34" charset="0"/>
                <a:ea typeface="Lato" panose="020F0502020204030203" pitchFamily="34" charset="0"/>
                <a:cs typeface="Lato" panose="020F0502020204030203" pitchFamily="34" charset="0"/>
              </a:rPr>
              <a:t>Aufgabenstellung/Ziele dieser Untersuchungen………. [4-5 Zeilen]</a:t>
            </a:r>
          </a:p>
          <a:p>
            <a:pPr marL="0" marR="0" lvl="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a:pPr>
            <a:r>
              <a:rPr lang="de-AT" altLang="de-DE" sz="5999" b="1" dirty="0">
                <a:latin typeface="Lato" panose="020F0502020204030203" pitchFamily="34" charset="0"/>
                <a:ea typeface="Lato" panose="020F0502020204030203" pitchFamily="34" charset="0"/>
                <a:cs typeface="Lato" panose="020F0502020204030203" pitchFamily="34" charset="0"/>
              </a:rPr>
              <a:t>Aufgabenstellung/Ziele dieser Untersuchungen………. [4-5 Zeilen]</a:t>
            </a:r>
          </a:p>
          <a:p>
            <a:pPr marL="0" marR="0" lvl="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a:pPr>
            <a:r>
              <a:rPr lang="de-AT" altLang="de-DE" sz="5999" b="1" dirty="0">
                <a:latin typeface="Lato" panose="020F0502020204030203" pitchFamily="34" charset="0"/>
                <a:ea typeface="Lato" panose="020F0502020204030203" pitchFamily="34" charset="0"/>
                <a:cs typeface="Lato" panose="020F0502020204030203" pitchFamily="34" charset="0"/>
              </a:rPr>
              <a:t>Aufgabenstellung/Ziele dieser Untersuchungen………. [4-5 Zeilen]</a:t>
            </a:r>
          </a:p>
          <a:p>
            <a:pPr marL="0" marR="0" lvl="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a:pPr>
            <a:r>
              <a:rPr lang="de-AT" altLang="de-DE" sz="5999" b="1" dirty="0">
                <a:latin typeface="Lato" panose="020F0502020204030203" pitchFamily="34" charset="0"/>
                <a:ea typeface="Lato" panose="020F0502020204030203" pitchFamily="34" charset="0"/>
                <a:cs typeface="Lato" panose="020F0502020204030203" pitchFamily="34" charset="0"/>
              </a:rPr>
              <a:t>Aufgabenstellung/Ziele dieser Untersuchungen………. [4-5 Zeilen]</a:t>
            </a:r>
          </a:p>
          <a:p>
            <a:pPr marL="0" marR="0" lvl="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a:pPr>
            <a:endParaRPr lang="de-AT" altLang="de-DE" sz="5999" b="1" dirty="0">
              <a:latin typeface="Lato" panose="020F0502020204030203" pitchFamily="34" charset="0"/>
              <a:ea typeface="Lato" panose="020F0502020204030203" pitchFamily="34" charset="0"/>
              <a:cs typeface="Lato" panose="020F0502020204030203" pitchFamily="34" charset="0"/>
            </a:endParaRPr>
          </a:p>
          <a:p>
            <a:pPr algn="ctr" eaLnBrk="1" hangingPunct="1"/>
            <a:endParaRPr lang="de-AT" altLang="de-DE" sz="5999" b="1" dirty="0">
              <a:latin typeface="Lato" panose="020F0502020204030203" pitchFamily="34" charset="0"/>
              <a:ea typeface="Lato" panose="020F0502020204030203" pitchFamily="34" charset="0"/>
              <a:cs typeface="Lato" panose="020F0502020204030203" pitchFamily="34" charset="0"/>
            </a:endParaRPr>
          </a:p>
          <a:p>
            <a:pPr lvl="0"/>
            <a:endParaRPr lang="de-DE" dirty="0"/>
          </a:p>
        </p:txBody>
      </p:sp>
      <p:sp>
        <p:nvSpPr>
          <p:cNvPr id="57" name="Textplatzhalter 55">
            <a:extLst>
              <a:ext uri="{FF2B5EF4-FFF2-40B4-BE49-F238E27FC236}">
                <a16:creationId xmlns:a16="http://schemas.microsoft.com/office/drawing/2014/main" id="{C72D7631-B425-426A-903C-C4D5E7B1F396}"/>
              </a:ext>
            </a:extLst>
          </p:cNvPr>
          <p:cNvSpPr>
            <a:spLocks noGrp="1"/>
          </p:cNvSpPr>
          <p:nvPr>
            <p:ph type="body" sz="quarter" idx="14" hasCustomPrompt="1"/>
          </p:nvPr>
        </p:nvSpPr>
        <p:spPr>
          <a:xfrm>
            <a:off x="2082851" y="29290557"/>
            <a:ext cx="11916944" cy="7945485"/>
          </a:xfrm>
          <a:prstGeom prst="rect">
            <a:avLst/>
          </a:prstGeom>
        </p:spPr>
        <p:txBody>
          <a:bodyPr anchor="ctr" anchorCtr="0"/>
          <a:lstStyle>
            <a:lvl1pPr marL="0" indent="0" algn="just">
              <a:buNone/>
              <a:defRPr sz="4400" b="1">
                <a:latin typeface="Arial" panose="020B0604020202020204" pitchFamily="34" charset="0"/>
                <a:cs typeface="Arial" panose="020B0604020202020204" pitchFamily="34" charset="0"/>
              </a:defRPr>
            </a:lvl1pPr>
          </a:lstStyle>
          <a:p>
            <a:pPr lvl="0"/>
            <a:r>
              <a:rPr lang="de-DE" dirty="0"/>
              <a:t>Ergebnisse des praktischen Teils</a:t>
            </a:r>
          </a:p>
          <a:p>
            <a:pPr lvl="0"/>
            <a:endParaRPr lang="de-DE" dirty="0"/>
          </a:p>
        </p:txBody>
      </p:sp>
      <p:sp>
        <p:nvSpPr>
          <p:cNvPr id="59" name="Inhaltsplatzhalter 58">
            <a:extLst>
              <a:ext uri="{FF2B5EF4-FFF2-40B4-BE49-F238E27FC236}">
                <a16:creationId xmlns:a16="http://schemas.microsoft.com/office/drawing/2014/main" id="{9A5A942F-9876-4CD0-8ED7-0E52ACC04B70}"/>
              </a:ext>
            </a:extLst>
          </p:cNvPr>
          <p:cNvSpPr>
            <a:spLocks noGrp="1"/>
          </p:cNvSpPr>
          <p:nvPr>
            <p:ph sz="quarter" idx="15" hasCustomPrompt="1"/>
          </p:nvPr>
        </p:nvSpPr>
        <p:spPr>
          <a:xfrm>
            <a:off x="13360404" y="8811949"/>
            <a:ext cx="16216313" cy="949529"/>
          </a:xfrm>
          <a:prstGeom prst="rect">
            <a:avLst/>
          </a:prstGeom>
        </p:spPr>
        <p:txBody>
          <a:bodyPr/>
          <a:lstStyle>
            <a:lvl1pPr marL="0" indent="0" algn="r">
              <a:buNone/>
              <a:defRPr lang="de-DE" sz="5000" kern="1200" dirty="0" smtClean="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lvl="0"/>
            <a:r>
              <a:rPr lang="de-DE" dirty="0"/>
              <a:t>Vorname Nachname, Vorname Nachname</a:t>
            </a:r>
          </a:p>
        </p:txBody>
      </p:sp>
      <p:sp>
        <p:nvSpPr>
          <p:cNvPr id="60" name="Textplatzhalter 55">
            <a:extLst>
              <a:ext uri="{FF2B5EF4-FFF2-40B4-BE49-F238E27FC236}">
                <a16:creationId xmlns:a16="http://schemas.microsoft.com/office/drawing/2014/main" id="{AF272AA7-19EB-421C-A0D1-F8A5285DCBEF}"/>
              </a:ext>
            </a:extLst>
          </p:cNvPr>
          <p:cNvSpPr>
            <a:spLocks noGrp="1"/>
          </p:cNvSpPr>
          <p:nvPr>
            <p:ph type="body" sz="quarter" idx="16" hasCustomPrompt="1"/>
          </p:nvPr>
        </p:nvSpPr>
        <p:spPr>
          <a:xfrm>
            <a:off x="16278744" y="18521319"/>
            <a:ext cx="11916944" cy="7945485"/>
          </a:xfrm>
          <a:prstGeom prst="rect">
            <a:avLst/>
          </a:prstGeom>
        </p:spPr>
        <p:txBody>
          <a:bodyPr anchor="ctr" anchorCtr="0"/>
          <a:lstStyle>
            <a:lvl1pPr marL="0" indent="0" algn="just">
              <a:buNone/>
              <a:defRPr sz="4400" b="1">
                <a:latin typeface="Arial" panose="020B0604020202020204" pitchFamily="34" charset="0"/>
                <a:cs typeface="Arial" panose="020B0604020202020204" pitchFamily="34" charset="0"/>
              </a:defRPr>
            </a:lvl1pPr>
          </a:lstStyle>
          <a:p>
            <a:pPr lvl="0"/>
            <a:r>
              <a:rPr lang="de-DE" dirty="0"/>
              <a:t>Ergebnisse des theoretischen Teils</a:t>
            </a:r>
          </a:p>
        </p:txBody>
      </p:sp>
      <p:sp>
        <p:nvSpPr>
          <p:cNvPr id="64" name="Inhaltsplatzhalter 58">
            <a:extLst>
              <a:ext uri="{FF2B5EF4-FFF2-40B4-BE49-F238E27FC236}">
                <a16:creationId xmlns:a16="http://schemas.microsoft.com/office/drawing/2014/main" id="{3AE8EB11-64EE-4AF2-BBE3-9141CAD70C35}"/>
              </a:ext>
            </a:extLst>
          </p:cNvPr>
          <p:cNvSpPr>
            <a:spLocks noGrp="1"/>
          </p:cNvSpPr>
          <p:nvPr>
            <p:ph sz="quarter" idx="17" hasCustomPrompt="1"/>
          </p:nvPr>
        </p:nvSpPr>
        <p:spPr>
          <a:xfrm>
            <a:off x="0" y="3759206"/>
            <a:ext cx="30275213" cy="4941686"/>
          </a:xfrm>
          <a:prstGeom prst="rect">
            <a:avLst/>
          </a:prstGeom>
        </p:spPr>
        <p:txBody>
          <a:bodyPr anchor="ctr" anchorCtr="1"/>
          <a:lstStyle>
            <a:lvl1pPr marL="0" marR="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lang="de-DE" sz="14499" b="0" kern="1200" dirty="0" smtClean="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lvl="0"/>
            <a:r>
              <a:rPr lang="de-DE" dirty="0"/>
              <a:t>Titel der Diplomarbeit</a:t>
            </a:r>
          </a:p>
        </p:txBody>
      </p:sp>
    </p:spTree>
    <p:extLst>
      <p:ext uri="{BB962C8B-B14F-4D97-AF65-F5344CB8AC3E}">
        <p14:creationId xmlns:p14="http://schemas.microsoft.com/office/powerpoint/2010/main" val="32561905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rafik 6" descr="Ein Bild, das Screenshot, Licht, Kunst enthält.&#10;&#10;KI-generierte Inhalte können fehlerhaft sein.">
            <a:extLst>
              <a:ext uri="{FF2B5EF4-FFF2-40B4-BE49-F238E27FC236}">
                <a16:creationId xmlns:a16="http://schemas.microsoft.com/office/drawing/2014/main" id="{E0F9787C-1A2E-4283-A459-253652566386}"/>
              </a:ext>
            </a:extLst>
          </p:cNvPr>
          <p:cNvPicPr>
            <a:picLocks noChangeAspect="1"/>
          </p:cNvPicPr>
          <p:nvPr userDrawn="1"/>
        </p:nvPicPr>
        <p:blipFill rotWithShape="1">
          <a:blip r:embed="rId3">
            <a:alphaModFix amt="20000"/>
            <a:extLst>
              <a:ext uri="{28A0092B-C50C-407E-A947-70E740481C1C}">
                <a14:useLocalDpi xmlns:a14="http://schemas.microsoft.com/office/drawing/2010/main" val="0"/>
              </a:ext>
            </a:extLst>
          </a:blip>
          <a:srcRect l="12497" t="26975" r="56824" b="48008"/>
          <a:stretch/>
        </p:blipFill>
        <p:spPr>
          <a:xfrm>
            <a:off x="10406" y="32918405"/>
            <a:ext cx="30264807" cy="9885362"/>
          </a:xfrm>
          <a:prstGeom prst="rect">
            <a:avLst/>
          </a:prstGeom>
        </p:spPr>
      </p:pic>
      <p:pic>
        <p:nvPicPr>
          <p:cNvPr id="8" name="Grafik 7">
            <a:extLst>
              <a:ext uri="{FF2B5EF4-FFF2-40B4-BE49-F238E27FC236}">
                <a16:creationId xmlns:a16="http://schemas.microsoft.com/office/drawing/2014/main" id="{18C299C8-84B4-4574-8DA7-AF391AF7B957}"/>
              </a:ext>
            </a:extLst>
          </p:cNvPr>
          <p:cNvPicPr>
            <a:picLocks noChangeAspect="1"/>
          </p:cNvPicPr>
          <p:nvPr userDrawn="1"/>
        </p:nvPicPr>
        <p:blipFill>
          <a:blip r:embed="rId4"/>
          <a:stretch>
            <a:fillRect/>
          </a:stretch>
        </p:blipFill>
        <p:spPr>
          <a:xfrm>
            <a:off x="697831" y="966902"/>
            <a:ext cx="10408322" cy="1471445"/>
          </a:xfrm>
          <a:prstGeom prst="rect">
            <a:avLst/>
          </a:prstGeom>
        </p:spPr>
      </p:pic>
      <p:sp>
        <p:nvSpPr>
          <p:cNvPr id="10" name="Textfeld 9">
            <a:extLst>
              <a:ext uri="{FF2B5EF4-FFF2-40B4-BE49-F238E27FC236}">
                <a16:creationId xmlns:a16="http://schemas.microsoft.com/office/drawing/2014/main" id="{740EFB26-E1CD-485E-9F6F-32A3699158A8}"/>
              </a:ext>
            </a:extLst>
          </p:cNvPr>
          <p:cNvSpPr txBox="1"/>
          <p:nvPr userDrawn="1"/>
        </p:nvSpPr>
        <p:spPr>
          <a:xfrm>
            <a:off x="17601386" y="8660925"/>
            <a:ext cx="11975999" cy="861774"/>
          </a:xfrm>
          <a:prstGeom prst="rect">
            <a:avLst/>
          </a:prstGeom>
          <a:noFill/>
        </p:spPr>
        <p:txBody>
          <a:bodyPr wrap="square" rtlCol="0">
            <a:spAutoFit/>
          </a:bodyPr>
          <a:lstStyle/>
          <a:p>
            <a:r>
              <a:rPr lang="de-AT" sz="5000" dirty="0">
                <a:solidFill>
                  <a:schemeClr val="bg1"/>
                </a:solidFill>
                <a:latin typeface="Lato" panose="020F0502020204030203" pitchFamily="34" charset="0"/>
                <a:ea typeface="Lato" panose="020F0502020204030203" pitchFamily="34" charset="0"/>
                <a:cs typeface="Lato" panose="020F0502020204030203" pitchFamily="34" charset="0"/>
              </a:rPr>
              <a:t>Vorname Nachname, Vorname Nachname</a:t>
            </a:r>
            <a:endParaRPr lang="de-DE" sz="500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26" name="Textfeld 25">
            <a:extLst>
              <a:ext uri="{FF2B5EF4-FFF2-40B4-BE49-F238E27FC236}">
                <a16:creationId xmlns:a16="http://schemas.microsoft.com/office/drawing/2014/main" id="{8871173B-247D-4A78-AE3C-2D3C7D726690}"/>
              </a:ext>
            </a:extLst>
          </p:cNvPr>
          <p:cNvSpPr txBox="1"/>
          <p:nvPr userDrawn="1"/>
        </p:nvSpPr>
        <p:spPr>
          <a:xfrm>
            <a:off x="12563507" y="40601727"/>
            <a:ext cx="6537298" cy="830997"/>
          </a:xfrm>
          <a:prstGeom prst="rect">
            <a:avLst/>
          </a:prstGeom>
          <a:noFill/>
        </p:spPr>
        <p:txBody>
          <a:bodyPr wrap="square" rtlCol="0">
            <a:spAutoFit/>
          </a:bodyPr>
          <a:lstStyle/>
          <a:p>
            <a:r>
              <a:rPr lang="de-DE" sz="4400" b="1" dirty="0">
                <a:latin typeface="Arial" panose="020B0604020202020204" pitchFamily="34" charset="0"/>
                <a:ea typeface="Lato" panose="020F0502020204030203" pitchFamily="34" charset="0"/>
                <a:cs typeface="Arial" panose="020B0604020202020204" pitchFamily="34" charset="0"/>
              </a:rPr>
              <a:t>www.</a:t>
            </a:r>
            <a:r>
              <a:rPr lang="de-DE" sz="4800" b="1" dirty="0">
                <a:latin typeface="Arial" panose="020B0604020202020204" pitchFamily="34" charset="0"/>
                <a:ea typeface="Lato" panose="020F0502020204030203" pitchFamily="34" charset="0"/>
                <a:cs typeface="Arial" panose="020B0604020202020204" pitchFamily="34" charset="0"/>
              </a:rPr>
              <a:t>htl-leoben</a:t>
            </a:r>
            <a:r>
              <a:rPr lang="de-DE" sz="4400" b="1" dirty="0">
                <a:latin typeface="Arial" panose="020B0604020202020204" pitchFamily="34" charset="0"/>
                <a:ea typeface="Lato" panose="020F0502020204030203" pitchFamily="34" charset="0"/>
                <a:cs typeface="Arial" panose="020B0604020202020204" pitchFamily="34" charset="0"/>
              </a:rPr>
              <a:t>.at</a:t>
            </a:r>
          </a:p>
        </p:txBody>
      </p:sp>
      <p:sp>
        <p:nvSpPr>
          <p:cNvPr id="27" name="Rechteck 26">
            <a:extLst>
              <a:ext uri="{FF2B5EF4-FFF2-40B4-BE49-F238E27FC236}">
                <a16:creationId xmlns:a16="http://schemas.microsoft.com/office/drawing/2014/main" id="{8AA4AA32-A2EF-4736-9330-E0056207BF4C}"/>
              </a:ext>
            </a:extLst>
          </p:cNvPr>
          <p:cNvSpPr/>
          <p:nvPr userDrawn="1"/>
        </p:nvSpPr>
        <p:spPr>
          <a:xfrm>
            <a:off x="10406" y="3281907"/>
            <a:ext cx="30264807" cy="6439611"/>
          </a:xfrm>
          <a:prstGeom prst="rect">
            <a:avLst/>
          </a:prstGeom>
          <a:solidFill>
            <a:srgbClr val="0963A8"/>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800"/>
          </a:p>
        </p:txBody>
      </p:sp>
      <p:sp>
        <p:nvSpPr>
          <p:cNvPr id="2" name="Textfeld 1">
            <a:extLst>
              <a:ext uri="{FF2B5EF4-FFF2-40B4-BE49-F238E27FC236}">
                <a16:creationId xmlns:a16="http://schemas.microsoft.com/office/drawing/2014/main" id="{D976BD9D-937B-4A90-A0D5-3B4747F09296}"/>
              </a:ext>
            </a:extLst>
          </p:cNvPr>
          <p:cNvSpPr txBox="1"/>
          <p:nvPr userDrawn="1"/>
        </p:nvSpPr>
        <p:spPr>
          <a:xfrm>
            <a:off x="12563507" y="1028125"/>
            <a:ext cx="9406063" cy="1569660"/>
          </a:xfrm>
          <a:prstGeom prst="rect">
            <a:avLst/>
          </a:prstGeom>
          <a:noFill/>
        </p:spPr>
        <p:txBody>
          <a:bodyPr wrap="square" rtlCol="0">
            <a:spAutoFit/>
          </a:bodyPr>
          <a:lstStyle/>
          <a:p>
            <a:r>
              <a:rPr lang="de-DE" sz="9600" b="1" dirty="0">
                <a:solidFill>
                  <a:srgbClr val="989898"/>
                </a:solidFill>
                <a:latin typeface="Arial" panose="020B0604020202020204" pitchFamily="34" charset="0"/>
                <a:cs typeface="Arial" panose="020B0604020202020204" pitchFamily="34" charset="0"/>
              </a:rPr>
              <a:t>Diplomarbeit</a:t>
            </a:r>
            <a:endParaRPr lang="de-AT" sz="2000" b="1" dirty="0">
              <a:solidFill>
                <a:srgbClr val="989898"/>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4421352"/>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3027353" rtl="0" eaLnBrk="1" latinLnBrk="0" hangingPunct="1">
        <a:lnSpc>
          <a:spcPct val="90000"/>
        </a:lnSpc>
        <a:spcBef>
          <a:spcPct val="0"/>
        </a:spcBef>
        <a:buNone/>
        <a:defRPr sz="14567" kern="1200">
          <a:solidFill>
            <a:schemeClr val="tx1"/>
          </a:solidFill>
          <a:latin typeface="+mj-lt"/>
          <a:ea typeface="+mj-ea"/>
          <a:cs typeface="+mj-cs"/>
        </a:defRPr>
      </a:lvl1pPr>
    </p:titleStyle>
    <p:bodyStyle>
      <a:lvl1pPr marL="756838" indent="-756838" algn="l" defTabSz="3027353"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514" indent="-756838" algn="l" defTabSz="3027353"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191" indent="-756838" algn="l" defTabSz="3027353" rtl="0" eaLnBrk="1" latinLnBrk="0" hangingPunct="1">
        <a:lnSpc>
          <a:spcPct val="90000"/>
        </a:lnSpc>
        <a:spcBef>
          <a:spcPts val="1655"/>
        </a:spcBef>
        <a:buFont typeface="Arial" panose="020B0604020202020204" pitchFamily="34" charset="0"/>
        <a:buChar char="•"/>
        <a:defRPr sz="6621" kern="1200">
          <a:solidFill>
            <a:schemeClr val="tx1"/>
          </a:solidFill>
          <a:latin typeface="+mn-lt"/>
          <a:ea typeface="+mn-ea"/>
          <a:cs typeface="+mn-cs"/>
        </a:defRPr>
      </a:lvl3pPr>
      <a:lvl4pPr marL="5297867"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544"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220"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8897"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2573"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250"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353" rtl="0" eaLnBrk="1" latinLnBrk="0" hangingPunct="1">
        <a:defRPr sz="5960" kern="1200">
          <a:solidFill>
            <a:schemeClr val="tx1"/>
          </a:solidFill>
          <a:latin typeface="+mn-lt"/>
          <a:ea typeface="+mn-ea"/>
          <a:cs typeface="+mn-cs"/>
        </a:defRPr>
      </a:lvl1pPr>
      <a:lvl2pPr marL="1513676" algn="l" defTabSz="3027353" rtl="0" eaLnBrk="1" latinLnBrk="0" hangingPunct="1">
        <a:defRPr sz="5960" kern="1200">
          <a:solidFill>
            <a:schemeClr val="tx1"/>
          </a:solidFill>
          <a:latin typeface="+mn-lt"/>
          <a:ea typeface="+mn-ea"/>
          <a:cs typeface="+mn-cs"/>
        </a:defRPr>
      </a:lvl2pPr>
      <a:lvl3pPr marL="3027353" algn="l" defTabSz="3027353" rtl="0" eaLnBrk="1" latinLnBrk="0" hangingPunct="1">
        <a:defRPr sz="5960" kern="1200">
          <a:solidFill>
            <a:schemeClr val="tx1"/>
          </a:solidFill>
          <a:latin typeface="+mn-lt"/>
          <a:ea typeface="+mn-ea"/>
          <a:cs typeface="+mn-cs"/>
        </a:defRPr>
      </a:lvl3pPr>
      <a:lvl4pPr marL="4541028" algn="l" defTabSz="3027353" rtl="0" eaLnBrk="1" latinLnBrk="0" hangingPunct="1">
        <a:defRPr sz="5960" kern="1200">
          <a:solidFill>
            <a:schemeClr val="tx1"/>
          </a:solidFill>
          <a:latin typeface="+mn-lt"/>
          <a:ea typeface="+mn-ea"/>
          <a:cs typeface="+mn-cs"/>
        </a:defRPr>
      </a:lvl4pPr>
      <a:lvl5pPr marL="6054706" algn="l" defTabSz="3027353" rtl="0" eaLnBrk="1" latinLnBrk="0" hangingPunct="1">
        <a:defRPr sz="5960" kern="1200">
          <a:solidFill>
            <a:schemeClr val="tx1"/>
          </a:solidFill>
          <a:latin typeface="+mn-lt"/>
          <a:ea typeface="+mn-ea"/>
          <a:cs typeface="+mn-cs"/>
        </a:defRPr>
      </a:lvl5pPr>
      <a:lvl6pPr marL="7568382" algn="l" defTabSz="3027353" rtl="0" eaLnBrk="1" latinLnBrk="0" hangingPunct="1">
        <a:defRPr sz="5960" kern="1200">
          <a:solidFill>
            <a:schemeClr val="tx1"/>
          </a:solidFill>
          <a:latin typeface="+mn-lt"/>
          <a:ea typeface="+mn-ea"/>
          <a:cs typeface="+mn-cs"/>
        </a:defRPr>
      </a:lvl6pPr>
      <a:lvl7pPr marL="9082059" algn="l" defTabSz="3027353" rtl="0" eaLnBrk="1" latinLnBrk="0" hangingPunct="1">
        <a:defRPr sz="5960" kern="1200">
          <a:solidFill>
            <a:schemeClr val="tx1"/>
          </a:solidFill>
          <a:latin typeface="+mn-lt"/>
          <a:ea typeface="+mn-ea"/>
          <a:cs typeface="+mn-cs"/>
        </a:defRPr>
      </a:lvl7pPr>
      <a:lvl8pPr marL="10595734" algn="l" defTabSz="3027353" rtl="0" eaLnBrk="1" latinLnBrk="0" hangingPunct="1">
        <a:defRPr sz="5960" kern="1200">
          <a:solidFill>
            <a:schemeClr val="tx1"/>
          </a:solidFill>
          <a:latin typeface="+mn-lt"/>
          <a:ea typeface="+mn-ea"/>
          <a:cs typeface="+mn-cs"/>
        </a:defRPr>
      </a:lvl8pPr>
      <a:lvl9pPr marL="12109411" algn="l" defTabSz="3027353"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Bildplatzhalter 3">
            <a:extLst>
              <a:ext uri="{FF2B5EF4-FFF2-40B4-BE49-F238E27FC236}">
                <a16:creationId xmlns:a16="http://schemas.microsoft.com/office/drawing/2014/main" id="{87B7749B-DCF6-75C0-DE4F-491CD060D68D}"/>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9539" r="9539"/>
          <a:stretch>
            <a:fillRect/>
          </a:stretch>
        </p:blipFill>
        <p:spPr>
          <a:prstGeom prst="rect">
            <a:avLst/>
          </a:prstGeom>
        </p:spPr>
      </p:pic>
      <p:pic>
        <p:nvPicPr>
          <p:cNvPr id="17" name="Bildplatzhalter 16">
            <a:extLst>
              <a:ext uri="{FF2B5EF4-FFF2-40B4-BE49-F238E27FC236}">
                <a16:creationId xmlns:a16="http://schemas.microsoft.com/office/drawing/2014/main" id="{B67A5154-EF8C-B496-C971-C9D713CE78C7}"/>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l="15001" r="15001"/>
          <a:stretch>
            <a:fillRect/>
          </a:stretch>
        </p:blipFill>
        <p:spPr>
          <a:prstGeom prst="rect">
            <a:avLst/>
          </a:prstGeom>
        </p:spPr>
      </p:pic>
      <p:sp>
        <p:nvSpPr>
          <p:cNvPr id="11" name="Inhaltsplatzhalter 10">
            <a:extLst>
              <a:ext uri="{FF2B5EF4-FFF2-40B4-BE49-F238E27FC236}">
                <a16:creationId xmlns:a16="http://schemas.microsoft.com/office/drawing/2014/main" id="{A4EF6EE1-85F4-4361-A154-ADF2A3E54C86}"/>
              </a:ext>
            </a:extLst>
          </p:cNvPr>
          <p:cNvSpPr>
            <a:spLocks noGrp="1"/>
          </p:cNvSpPr>
          <p:nvPr>
            <p:ph sz="quarter" idx="12"/>
          </p:nvPr>
        </p:nvSpPr>
        <p:spPr/>
        <p:txBody>
          <a:bodyPr/>
          <a:lstStyle/>
          <a:p>
            <a:r>
              <a:rPr lang="de-DE" dirty="0"/>
              <a:t>Ziel dieser Untersuchung ist die Entwicklung eines Systems zur Analyse von Basketballwürfen anhand von Videoaufnahmen. Dabei wird die tatsächliche Flugbahn des Balls ermittelt und mit einer berechneten optimalen Flugbahn verglichen. Die Ergebnisse sollen visualisiert werden, um Spielern objektives Feedback zur Verbesserung ihrer Wurftechnik zu geben.</a:t>
            </a:r>
            <a:endParaRPr lang="de-AT" dirty="0"/>
          </a:p>
        </p:txBody>
      </p:sp>
      <p:sp>
        <p:nvSpPr>
          <p:cNvPr id="12" name="Textplatzhalter 11">
            <a:extLst>
              <a:ext uri="{FF2B5EF4-FFF2-40B4-BE49-F238E27FC236}">
                <a16:creationId xmlns:a16="http://schemas.microsoft.com/office/drawing/2014/main" id="{17444110-CEBC-4B6D-9CB5-8D8E1B92AC49}"/>
              </a:ext>
            </a:extLst>
          </p:cNvPr>
          <p:cNvSpPr>
            <a:spLocks noGrp="1"/>
          </p:cNvSpPr>
          <p:nvPr>
            <p:ph type="body" sz="quarter" idx="14"/>
          </p:nvPr>
        </p:nvSpPr>
        <p:spPr/>
        <p:txBody>
          <a:bodyPr/>
          <a:lstStyle/>
          <a:p>
            <a:br>
              <a:rPr lang="de-DE" dirty="0"/>
            </a:br>
            <a:r>
              <a:rPr lang="de-DE" dirty="0"/>
              <a:t>Im praktischen Teil wurde ein Prototyp entwickelt, der Basketballwürfe aus Videos analysiert, die Flugbahn des Balls darstellt und mit einer berechneten optimalen Flugbahn vergleicht. Zusätzlich wurden ein Backend zur Datenspeicherung und ein Frontend zur Visualisierung der Ergebnisse umgesetzt.</a:t>
            </a:r>
            <a:endParaRPr lang="de-AT" dirty="0"/>
          </a:p>
        </p:txBody>
      </p:sp>
      <p:sp>
        <p:nvSpPr>
          <p:cNvPr id="13" name="Inhaltsplatzhalter 12">
            <a:extLst>
              <a:ext uri="{FF2B5EF4-FFF2-40B4-BE49-F238E27FC236}">
                <a16:creationId xmlns:a16="http://schemas.microsoft.com/office/drawing/2014/main" id="{5F7D7315-AD8D-4AF7-B4FF-03AAF29A2814}"/>
              </a:ext>
            </a:extLst>
          </p:cNvPr>
          <p:cNvSpPr>
            <a:spLocks noGrp="1"/>
          </p:cNvSpPr>
          <p:nvPr>
            <p:ph sz="quarter" idx="15"/>
          </p:nvPr>
        </p:nvSpPr>
        <p:spPr>
          <a:xfrm>
            <a:off x="7505700" y="8811956"/>
            <a:ext cx="21834893" cy="949529"/>
          </a:xfrm>
        </p:spPr>
        <p:txBody>
          <a:bodyPr/>
          <a:lstStyle/>
          <a:p>
            <a:r>
              <a:rPr lang="de-AT" dirty="0"/>
              <a:t>Fabian Bacher, Nino </a:t>
            </a:r>
            <a:r>
              <a:rPr lang="de-AT" dirty="0" err="1"/>
              <a:t>Dalipovic</a:t>
            </a:r>
            <a:r>
              <a:rPr lang="de-AT" dirty="0"/>
              <a:t>, Florian Gutmann, Bastian Wolfgruber</a:t>
            </a:r>
          </a:p>
        </p:txBody>
      </p:sp>
      <p:sp>
        <p:nvSpPr>
          <p:cNvPr id="14" name="Textplatzhalter 13">
            <a:extLst>
              <a:ext uri="{FF2B5EF4-FFF2-40B4-BE49-F238E27FC236}">
                <a16:creationId xmlns:a16="http://schemas.microsoft.com/office/drawing/2014/main" id="{8E37BBE8-89EC-4B5A-B02A-ED960032131F}"/>
              </a:ext>
            </a:extLst>
          </p:cNvPr>
          <p:cNvSpPr>
            <a:spLocks noGrp="1"/>
          </p:cNvSpPr>
          <p:nvPr>
            <p:ph type="body" sz="quarter" idx="16"/>
          </p:nvPr>
        </p:nvSpPr>
        <p:spPr/>
        <p:txBody>
          <a:bodyPr/>
          <a:lstStyle/>
          <a:p>
            <a:br>
              <a:rPr lang="de-DE" dirty="0"/>
            </a:br>
            <a:r>
              <a:rPr lang="de-DE" dirty="0"/>
              <a:t>Im theoretischen Teil wurden die physikalischen Grundlagen der Flugbahn eines Basketballs sowie Methoden der Videoanalyse und Webarchitektur untersucht. Dadurch entstand die Grundlage für die Berechnung der Soll-Flugbahn und die technische Umsetzung des Systems.</a:t>
            </a:r>
            <a:endParaRPr lang="de-AT" dirty="0"/>
          </a:p>
        </p:txBody>
      </p:sp>
      <p:sp>
        <p:nvSpPr>
          <p:cNvPr id="15" name="Inhaltsplatzhalter 14">
            <a:extLst>
              <a:ext uri="{FF2B5EF4-FFF2-40B4-BE49-F238E27FC236}">
                <a16:creationId xmlns:a16="http://schemas.microsoft.com/office/drawing/2014/main" id="{F1F15DDC-A75D-44C4-8E9B-7D57B7E1D708}"/>
              </a:ext>
            </a:extLst>
          </p:cNvPr>
          <p:cNvSpPr>
            <a:spLocks noGrp="1"/>
          </p:cNvSpPr>
          <p:nvPr>
            <p:ph sz="quarter" idx="17"/>
          </p:nvPr>
        </p:nvSpPr>
        <p:spPr/>
        <p:txBody>
          <a:bodyPr/>
          <a:lstStyle/>
          <a:p>
            <a:r>
              <a:rPr lang="de-AT" dirty="0"/>
              <a:t>Basketball-Effizienzsteigerung durch Videoanalyse</a:t>
            </a:r>
          </a:p>
        </p:txBody>
      </p:sp>
      <p:sp>
        <p:nvSpPr>
          <p:cNvPr id="9" name="AutoShape 2" descr="Ein Bild, das Screenshot, Text, Software, Multimedia-Software enthält.&#10;&#10;Automatisch generierte Beschreibung">
            <a:extLst>
              <a:ext uri="{FF2B5EF4-FFF2-40B4-BE49-F238E27FC236}">
                <a16:creationId xmlns:a16="http://schemas.microsoft.com/office/drawing/2014/main" id="{BB2023B5-BF21-437B-B445-24D570C443D3}"/>
              </a:ext>
            </a:extLst>
          </p:cNvPr>
          <p:cNvSpPr>
            <a:spLocks noChangeAspect="1" noChangeArrowheads="1"/>
          </p:cNvSpPr>
          <p:nvPr/>
        </p:nvSpPr>
        <p:spPr bwMode="auto">
          <a:xfrm>
            <a:off x="14984413" y="212486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Tree>
    <p:extLst>
      <p:ext uri="{BB962C8B-B14F-4D97-AF65-F5344CB8AC3E}">
        <p14:creationId xmlns:p14="http://schemas.microsoft.com/office/powerpoint/2010/main" val="773159426"/>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34CB4D94694C6C4497074175C0CB9EC7" ma:contentTypeVersion="9" ma:contentTypeDescription="Ein neues Dokument erstellen." ma:contentTypeScope="" ma:versionID="1be18d7fe44d7d7697a00d42612414e6">
  <xsd:schema xmlns:xsd="http://www.w3.org/2001/XMLSchema" xmlns:xs="http://www.w3.org/2001/XMLSchema" xmlns:p="http://schemas.microsoft.com/office/2006/metadata/properties" xmlns:ns2="95073dbd-529e-4168-8b89-5095f680e838" targetNamespace="http://schemas.microsoft.com/office/2006/metadata/properties" ma:root="true" ma:fieldsID="2c9ce8ff79c579f540e998bd19ce3e7f" ns2:_="">
    <xsd:import namespace="95073dbd-529e-4168-8b89-5095f680e83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073dbd-529e-4168-8b89-5095f680e8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CC1DD1-960A-4156-AAD2-FBE002C9E09E}">
  <ds:schemaRefs>
    <ds:schemaRef ds:uri="http://schemas.microsoft.com/sharepoint/v3/contenttype/forms"/>
  </ds:schemaRefs>
</ds:datastoreItem>
</file>

<file path=customXml/itemProps2.xml><?xml version="1.0" encoding="utf-8"?>
<ds:datastoreItem xmlns:ds="http://schemas.openxmlformats.org/officeDocument/2006/customXml" ds:itemID="{3B2E5DC6-0500-44EE-AED5-81508B4384EA}">
  <ds:schemaRefs>
    <ds:schemaRef ds:uri="http://purl.org/dc/dcmitype/"/>
    <ds:schemaRef ds:uri="http://purl.org/dc/elements/1.1/"/>
    <ds:schemaRef ds:uri="http://www.w3.org/XML/1998/namespace"/>
    <ds:schemaRef ds:uri="95073dbd-529e-4168-8b89-5095f680e838"/>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AD6FC6B1-4ED0-4FEE-B1AE-230937F9D1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073dbd-529e-4168-8b89-5095f680e83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142</Words>
  <Application>Microsoft Office PowerPoint</Application>
  <PresentationFormat>Benutzerdefiniert</PresentationFormat>
  <Paragraphs>5</Paragraphs>
  <Slides>1</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vt:i4>
      </vt:variant>
    </vt:vector>
  </HeadingPairs>
  <TitlesOfParts>
    <vt:vector size="6" baseType="lpstr">
      <vt:lpstr>Aptos</vt:lpstr>
      <vt:lpstr>Arial</vt:lpstr>
      <vt:lpstr>Calibri</vt:lpstr>
      <vt:lpstr>Lato</vt:lpstr>
      <vt:lpstr>Office</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Diplomarbeit Titel der Diplomarbeit</dc:title>
  <dc:creator>alexandra.gmundtner@htl-leoben.at</dc:creator>
  <cp:lastModifiedBy>Bastian Wolfgruber</cp:lastModifiedBy>
  <cp:revision>33</cp:revision>
  <dcterms:created xsi:type="dcterms:W3CDTF">2025-03-27T07:28:30Z</dcterms:created>
  <dcterms:modified xsi:type="dcterms:W3CDTF">2026-03-06T18:24:07Z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0x01010034CB4D94694C6C4497074175C0CB9EC7</vt:lpwstr>
  </property>
</Properties>
</file>